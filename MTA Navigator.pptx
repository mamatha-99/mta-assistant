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5" r:id="rId9"/>
    <p:sldId id="264" r:id="rId10"/>
    <p:sldId id="276" r:id="rId11"/>
    <p:sldId id="265" r:id="rId12"/>
    <p:sldId id="266" r:id="rId13"/>
    <p:sldId id="258" r:id="rId14"/>
    <p:sldId id="274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53"/>
    <p:restoredTop sz="94623"/>
  </p:normalViewPr>
  <p:slideViewPr>
    <p:cSldViewPr snapToGrid="0" snapToObjects="1">
      <p:cViewPr>
        <p:scale>
          <a:sx n="114" d="100"/>
          <a:sy n="114" d="100"/>
        </p:scale>
        <p:origin x="128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6CF4E6-6007-4E86-BC95-CB36791E63D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638262-C796-4F29-98CE-37766861ADC2}">
      <dgm:prSet/>
      <dgm:spPr/>
      <dgm:t>
        <a:bodyPr/>
        <a:lstStyle/>
        <a:p>
          <a:r>
            <a:rPr lang="en-US" dirty="0"/>
            <a:t>Simple HTML/CSS/JS interface</a:t>
          </a:r>
        </a:p>
      </dgm:t>
    </dgm:pt>
    <dgm:pt modelId="{40808FE0-44E6-49A8-8BEC-02F07FAA6D57}" type="parTrans" cxnId="{C44DD246-9C88-4D25-ACD2-63CC8F2F0485}">
      <dgm:prSet/>
      <dgm:spPr/>
      <dgm:t>
        <a:bodyPr/>
        <a:lstStyle/>
        <a:p>
          <a:endParaRPr lang="en-US"/>
        </a:p>
      </dgm:t>
    </dgm:pt>
    <dgm:pt modelId="{C14B8AEB-C7C5-4A4F-8A5C-BA5A5A2FAD7F}" type="sibTrans" cxnId="{C44DD246-9C88-4D25-ACD2-63CC8F2F0485}">
      <dgm:prSet/>
      <dgm:spPr/>
      <dgm:t>
        <a:bodyPr/>
        <a:lstStyle/>
        <a:p>
          <a:endParaRPr lang="en-US"/>
        </a:p>
      </dgm:t>
    </dgm:pt>
    <dgm:pt modelId="{4727424A-9E47-4D17-93C8-C8813DF20799}">
      <dgm:prSet/>
      <dgm:spPr/>
      <dgm:t>
        <a:bodyPr/>
        <a:lstStyle/>
        <a:p>
          <a:r>
            <a:rPr lang="en-US" dirty="0"/>
            <a:t>Sends chat messages via REST API</a:t>
          </a:r>
        </a:p>
      </dgm:t>
    </dgm:pt>
    <dgm:pt modelId="{908C3280-DE6D-4AAE-B19C-E3897799F24C}" type="parTrans" cxnId="{72414D6A-8B22-4A69-A0F2-F351B427BB36}">
      <dgm:prSet/>
      <dgm:spPr/>
      <dgm:t>
        <a:bodyPr/>
        <a:lstStyle/>
        <a:p>
          <a:endParaRPr lang="en-US"/>
        </a:p>
      </dgm:t>
    </dgm:pt>
    <dgm:pt modelId="{9354AD9E-0326-4DE2-B352-EDE8BA71A045}" type="sibTrans" cxnId="{72414D6A-8B22-4A69-A0F2-F351B427BB36}">
      <dgm:prSet/>
      <dgm:spPr/>
      <dgm:t>
        <a:bodyPr/>
        <a:lstStyle/>
        <a:p>
          <a:endParaRPr lang="en-US"/>
        </a:p>
      </dgm:t>
    </dgm:pt>
    <dgm:pt modelId="{243385FA-D3BA-42CE-BDC6-D61081110C18}">
      <dgm:prSet/>
      <dgm:spPr/>
      <dgm:t>
        <a:bodyPr/>
        <a:lstStyle/>
        <a:p>
          <a:r>
            <a:rPr lang="en-US" dirty="0"/>
            <a:t>Renders Markdown using </a:t>
          </a:r>
          <a:r>
            <a:rPr lang="en-US" dirty="0" err="1"/>
            <a:t>marked.js</a:t>
          </a:r>
          <a:endParaRPr lang="en-US" dirty="0"/>
        </a:p>
      </dgm:t>
    </dgm:pt>
    <dgm:pt modelId="{896CE65A-A01D-4539-B421-E6103768627F}" type="parTrans" cxnId="{A762E850-9530-4888-9138-6F486A3CF555}">
      <dgm:prSet/>
      <dgm:spPr/>
      <dgm:t>
        <a:bodyPr/>
        <a:lstStyle/>
        <a:p>
          <a:endParaRPr lang="en-US"/>
        </a:p>
      </dgm:t>
    </dgm:pt>
    <dgm:pt modelId="{33D2BCB2-8418-402C-BF0D-5723699DDCD9}" type="sibTrans" cxnId="{A762E850-9530-4888-9138-6F486A3CF555}">
      <dgm:prSet/>
      <dgm:spPr/>
      <dgm:t>
        <a:bodyPr/>
        <a:lstStyle/>
        <a:p>
          <a:endParaRPr lang="en-US"/>
        </a:p>
      </dgm:t>
    </dgm:pt>
    <dgm:pt modelId="{B9D3B88C-A0A8-4971-B04A-7AA8301C54AA}">
      <dgm:prSet/>
      <dgm:spPr/>
      <dgm:t>
        <a:bodyPr/>
        <a:lstStyle/>
        <a:p>
          <a:r>
            <a:rPr lang="en-US" dirty="0"/>
            <a:t>Generates unique </a:t>
          </a:r>
          <a:r>
            <a:rPr lang="en-US" dirty="0" err="1"/>
            <a:t>session_id</a:t>
          </a:r>
          <a:r>
            <a:rPr lang="en-US" dirty="0"/>
            <a:t> for each user session</a:t>
          </a:r>
        </a:p>
      </dgm:t>
    </dgm:pt>
    <dgm:pt modelId="{ADFD2E5E-48AC-484E-BE6C-236F982648A6}" type="parTrans" cxnId="{15C9A65D-5EC1-403B-9430-0FA359AFA1A2}">
      <dgm:prSet/>
      <dgm:spPr/>
      <dgm:t>
        <a:bodyPr/>
        <a:lstStyle/>
        <a:p>
          <a:endParaRPr lang="en-US"/>
        </a:p>
      </dgm:t>
    </dgm:pt>
    <dgm:pt modelId="{C0B87650-AFC7-4A09-8FB2-EC7E92512660}" type="sibTrans" cxnId="{15C9A65D-5EC1-403B-9430-0FA359AFA1A2}">
      <dgm:prSet/>
      <dgm:spPr/>
      <dgm:t>
        <a:bodyPr/>
        <a:lstStyle/>
        <a:p>
          <a:endParaRPr lang="en-US"/>
        </a:p>
      </dgm:t>
    </dgm:pt>
    <dgm:pt modelId="{9327E1DA-5E03-B640-8477-679609D01771}" type="pres">
      <dgm:prSet presAssocID="{1C6CF4E6-6007-4E86-BC95-CB36791E63D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7AA598-888B-B64E-8E85-0A24510BBD31}" type="pres">
      <dgm:prSet presAssocID="{98638262-C796-4F29-98CE-37766861ADC2}" presName="hierRoot1" presStyleCnt="0"/>
      <dgm:spPr/>
    </dgm:pt>
    <dgm:pt modelId="{381CCB29-3635-7D45-844A-30D7405B99EE}" type="pres">
      <dgm:prSet presAssocID="{98638262-C796-4F29-98CE-37766861ADC2}" presName="composite" presStyleCnt="0"/>
      <dgm:spPr/>
    </dgm:pt>
    <dgm:pt modelId="{02E86E1C-C4FF-7C4D-B9C2-CDBCB98EDFD1}" type="pres">
      <dgm:prSet presAssocID="{98638262-C796-4F29-98CE-37766861ADC2}" presName="background" presStyleLbl="node0" presStyleIdx="0" presStyleCnt="4"/>
      <dgm:spPr/>
    </dgm:pt>
    <dgm:pt modelId="{2D13F636-778B-644D-85FB-4EF1BBE18910}" type="pres">
      <dgm:prSet presAssocID="{98638262-C796-4F29-98CE-37766861ADC2}" presName="text" presStyleLbl="fgAcc0" presStyleIdx="0" presStyleCnt="4">
        <dgm:presLayoutVars>
          <dgm:chPref val="3"/>
        </dgm:presLayoutVars>
      </dgm:prSet>
      <dgm:spPr/>
    </dgm:pt>
    <dgm:pt modelId="{AA9F120A-2939-F84B-9804-53C8A115065B}" type="pres">
      <dgm:prSet presAssocID="{98638262-C796-4F29-98CE-37766861ADC2}" presName="hierChild2" presStyleCnt="0"/>
      <dgm:spPr/>
    </dgm:pt>
    <dgm:pt modelId="{307C2235-D61D-F44F-B0DD-1A22B5E93D23}" type="pres">
      <dgm:prSet presAssocID="{4727424A-9E47-4D17-93C8-C8813DF20799}" presName="hierRoot1" presStyleCnt="0"/>
      <dgm:spPr/>
    </dgm:pt>
    <dgm:pt modelId="{A57963AF-52E9-4F43-AE8C-B519D8D1960B}" type="pres">
      <dgm:prSet presAssocID="{4727424A-9E47-4D17-93C8-C8813DF20799}" presName="composite" presStyleCnt="0"/>
      <dgm:spPr/>
    </dgm:pt>
    <dgm:pt modelId="{A8AC1860-E690-2743-A16B-D3DACAAF85CB}" type="pres">
      <dgm:prSet presAssocID="{4727424A-9E47-4D17-93C8-C8813DF20799}" presName="background" presStyleLbl="node0" presStyleIdx="1" presStyleCnt="4"/>
      <dgm:spPr/>
    </dgm:pt>
    <dgm:pt modelId="{CA0DD680-C91D-6F48-A131-9473D08209E2}" type="pres">
      <dgm:prSet presAssocID="{4727424A-9E47-4D17-93C8-C8813DF20799}" presName="text" presStyleLbl="fgAcc0" presStyleIdx="1" presStyleCnt="4">
        <dgm:presLayoutVars>
          <dgm:chPref val="3"/>
        </dgm:presLayoutVars>
      </dgm:prSet>
      <dgm:spPr/>
    </dgm:pt>
    <dgm:pt modelId="{B854BC25-65BB-704C-8417-484FBFAB5932}" type="pres">
      <dgm:prSet presAssocID="{4727424A-9E47-4D17-93C8-C8813DF20799}" presName="hierChild2" presStyleCnt="0"/>
      <dgm:spPr/>
    </dgm:pt>
    <dgm:pt modelId="{3FFD962E-5496-9B45-87FB-3C730C22EFCA}" type="pres">
      <dgm:prSet presAssocID="{243385FA-D3BA-42CE-BDC6-D61081110C18}" presName="hierRoot1" presStyleCnt="0"/>
      <dgm:spPr/>
    </dgm:pt>
    <dgm:pt modelId="{B6737FC2-F787-C24D-9AA4-16B774F144ED}" type="pres">
      <dgm:prSet presAssocID="{243385FA-D3BA-42CE-BDC6-D61081110C18}" presName="composite" presStyleCnt="0"/>
      <dgm:spPr/>
    </dgm:pt>
    <dgm:pt modelId="{6016E850-FDAA-AA40-995A-785F944B76DA}" type="pres">
      <dgm:prSet presAssocID="{243385FA-D3BA-42CE-BDC6-D61081110C18}" presName="background" presStyleLbl="node0" presStyleIdx="2" presStyleCnt="4"/>
      <dgm:spPr/>
    </dgm:pt>
    <dgm:pt modelId="{900493C9-D72C-2B41-A2F7-6BFBC106A1E9}" type="pres">
      <dgm:prSet presAssocID="{243385FA-D3BA-42CE-BDC6-D61081110C18}" presName="text" presStyleLbl="fgAcc0" presStyleIdx="2" presStyleCnt="4">
        <dgm:presLayoutVars>
          <dgm:chPref val="3"/>
        </dgm:presLayoutVars>
      </dgm:prSet>
      <dgm:spPr/>
    </dgm:pt>
    <dgm:pt modelId="{DF106DC4-B9AE-AE45-AE2E-A4EE4C17B2FE}" type="pres">
      <dgm:prSet presAssocID="{243385FA-D3BA-42CE-BDC6-D61081110C18}" presName="hierChild2" presStyleCnt="0"/>
      <dgm:spPr/>
    </dgm:pt>
    <dgm:pt modelId="{091F85E4-8F4A-D048-BDD1-898C3B66C2B7}" type="pres">
      <dgm:prSet presAssocID="{B9D3B88C-A0A8-4971-B04A-7AA8301C54AA}" presName="hierRoot1" presStyleCnt="0"/>
      <dgm:spPr/>
    </dgm:pt>
    <dgm:pt modelId="{3A2E2D33-99CF-324D-B43B-8C00E0C4514A}" type="pres">
      <dgm:prSet presAssocID="{B9D3B88C-A0A8-4971-B04A-7AA8301C54AA}" presName="composite" presStyleCnt="0"/>
      <dgm:spPr/>
    </dgm:pt>
    <dgm:pt modelId="{F0667779-233D-2F4B-9405-BCF363E8CC27}" type="pres">
      <dgm:prSet presAssocID="{B9D3B88C-A0A8-4971-B04A-7AA8301C54AA}" presName="background" presStyleLbl="node0" presStyleIdx="3" presStyleCnt="4"/>
      <dgm:spPr/>
    </dgm:pt>
    <dgm:pt modelId="{BB8C1B19-D2C7-894A-ABBC-38888C872890}" type="pres">
      <dgm:prSet presAssocID="{B9D3B88C-A0A8-4971-B04A-7AA8301C54AA}" presName="text" presStyleLbl="fgAcc0" presStyleIdx="3" presStyleCnt="4">
        <dgm:presLayoutVars>
          <dgm:chPref val="3"/>
        </dgm:presLayoutVars>
      </dgm:prSet>
      <dgm:spPr/>
    </dgm:pt>
    <dgm:pt modelId="{FDE83A33-634A-984F-9E5D-2ACFBA160602}" type="pres">
      <dgm:prSet presAssocID="{B9D3B88C-A0A8-4971-B04A-7AA8301C54AA}" presName="hierChild2" presStyleCnt="0"/>
      <dgm:spPr/>
    </dgm:pt>
  </dgm:ptLst>
  <dgm:cxnLst>
    <dgm:cxn modelId="{258E7A07-6373-6240-A19D-0AD512B0FB33}" type="presOf" srcId="{243385FA-D3BA-42CE-BDC6-D61081110C18}" destId="{900493C9-D72C-2B41-A2F7-6BFBC106A1E9}" srcOrd="0" destOrd="0" presId="urn:microsoft.com/office/officeart/2005/8/layout/hierarchy1"/>
    <dgm:cxn modelId="{C44DD246-9C88-4D25-ACD2-63CC8F2F0485}" srcId="{1C6CF4E6-6007-4E86-BC95-CB36791E63DC}" destId="{98638262-C796-4F29-98CE-37766861ADC2}" srcOrd="0" destOrd="0" parTransId="{40808FE0-44E6-49A8-8BEC-02F07FAA6D57}" sibTransId="{C14B8AEB-C7C5-4A4F-8A5C-BA5A5A2FAD7F}"/>
    <dgm:cxn modelId="{D43DEC4E-209D-EF44-B05A-5B1783ED6B2D}" type="presOf" srcId="{B9D3B88C-A0A8-4971-B04A-7AA8301C54AA}" destId="{BB8C1B19-D2C7-894A-ABBC-38888C872890}" srcOrd="0" destOrd="0" presId="urn:microsoft.com/office/officeart/2005/8/layout/hierarchy1"/>
    <dgm:cxn modelId="{A762E850-9530-4888-9138-6F486A3CF555}" srcId="{1C6CF4E6-6007-4E86-BC95-CB36791E63DC}" destId="{243385FA-D3BA-42CE-BDC6-D61081110C18}" srcOrd="2" destOrd="0" parTransId="{896CE65A-A01D-4539-B421-E6103768627F}" sibTransId="{33D2BCB2-8418-402C-BF0D-5723699DDCD9}"/>
    <dgm:cxn modelId="{15C9A65D-5EC1-403B-9430-0FA359AFA1A2}" srcId="{1C6CF4E6-6007-4E86-BC95-CB36791E63DC}" destId="{B9D3B88C-A0A8-4971-B04A-7AA8301C54AA}" srcOrd="3" destOrd="0" parTransId="{ADFD2E5E-48AC-484E-BE6C-236F982648A6}" sibTransId="{C0B87650-AFC7-4A09-8FB2-EC7E92512660}"/>
    <dgm:cxn modelId="{72414D6A-8B22-4A69-A0F2-F351B427BB36}" srcId="{1C6CF4E6-6007-4E86-BC95-CB36791E63DC}" destId="{4727424A-9E47-4D17-93C8-C8813DF20799}" srcOrd="1" destOrd="0" parTransId="{908C3280-DE6D-4AAE-B19C-E3897799F24C}" sibTransId="{9354AD9E-0326-4DE2-B352-EDE8BA71A045}"/>
    <dgm:cxn modelId="{C088F18D-1467-E343-82F3-606014DD489D}" type="presOf" srcId="{1C6CF4E6-6007-4E86-BC95-CB36791E63DC}" destId="{9327E1DA-5E03-B640-8477-679609D01771}" srcOrd="0" destOrd="0" presId="urn:microsoft.com/office/officeart/2005/8/layout/hierarchy1"/>
    <dgm:cxn modelId="{E3DA99A0-EA5C-144C-AE26-23D636BF241A}" type="presOf" srcId="{4727424A-9E47-4D17-93C8-C8813DF20799}" destId="{CA0DD680-C91D-6F48-A131-9473D08209E2}" srcOrd="0" destOrd="0" presId="urn:microsoft.com/office/officeart/2005/8/layout/hierarchy1"/>
    <dgm:cxn modelId="{BB8860B7-AB98-A442-A105-506327F26D27}" type="presOf" srcId="{98638262-C796-4F29-98CE-37766861ADC2}" destId="{2D13F636-778B-644D-85FB-4EF1BBE18910}" srcOrd="0" destOrd="0" presId="urn:microsoft.com/office/officeart/2005/8/layout/hierarchy1"/>
    <dgm:cxn modelId="{AFB3A1D6-760B-FB4B-8008-31E80EB370B3}" type="presParOf" srcId="{9327E1DA-5E03-B640-8477-679609D01771}" destId="{B87AA598-888B-B64E-8E85-0A24510BBD31}" srcOrd="0" destOrd="0" presId="urn:microsoft.com/office/officeart/2005/8/layout/hierarchy1"/>
    <dgm:cxn modelId="{A5D2D05C-B958-BD43-A3EE-C007885AC200}" type="presParOf" srcId="{B87AA598-888B-B64E-8E85-0A24510BBD31}" destId="{381CCB29-3635-7D45-844A-30D7405B99EE}" srcOrd="0" destOrd="0" presId="urn:microsoft.com/office/officeart/2005/8/layout/hierarchy1"/>
    <dgm:cxn modelId="{9519CC46-6EEF-C942-A8A1-B74C9BE0B34D}" type="presParOf" srcId="{381CCB29-3635-7D45-844A-30D7405B99EE}" destId="{02E86E1C-C4FF-7C4D-B9C2-CDBCB98EDFD1}" srcOrd="0" destOrd="0" presId="urn:microsoft.com/office/officeart/2005/8/layout/hierarchy1"/>
    <dgm:cxn modelId="{7FD2CEC2-7C3C-B34E-A6F1-4F45C911D64B}" type="presParOf" srcId="{381CCB29-3635-7D45-844A-30D7405B99EE}" destId="{2D13F636-778B-644D-85FB-4EF1BBE18910}" srcOrd="1" destOrd="0" presId="urn:microsoft.com/office/officeart/2005/8/layout/hierarchy1"/>
    <dgm:cxn modelId="{2FCA3C45-5103-FC4E-A5DE-957B31B4A065}" type="presParOf" srcId="{B87AA598-888B-B64E-8E85-0A24510BBD31}" destId="{AA9F120A-2939-F84B-9804-53C8A115065B}" srcOrd="1" destOrd="0" presId="urn:microsoft.com/office/officeart/2005/8/layout/hierarchy1"/>
    <dgm:cxn modelId="{7AD05F13-175D-324C-8776-98E2A249B008}" type="presParOf" srcId="{9327E1DA-5E03-B640-8477-679609D01771}" destId="{307C2235-D61D-F44F-B0DD-1A22B5E93D23}" srcOrd="1" destOrd="0" presId="urn:microsoft.com/office/officeart/2005/8/layout/hierarchy1"/>
    <dgm:cxn modelId="{8C7EF65B-6CBC-984F-9B78-A928EC136344}" type="presParOf" srcId="{307C2235-D61D-F44F-B0DD-1A22B5E93D23}" destId="{A57963AF-52E9-4F43-AE8C-B519D8D1960B}" srcOrd="0" destOrd="0" presId="urn:microsoft.com/office/officeart/2005/8/layout/hierarchy1"/>
    <dgm:cxn modelId="{B6D0655F-2D6F-D14E-8980-34B701D9CBC7}" type="presParOf" srcId="{A57963AF-52E9-4F43-AE8C-B519D8D1960B}" destId="{A8AC1860-E690-2743-A16B-D3DACAAF85CB}" srcOrd="0" destOrd="0" presId="urn:microsoft.com/office/officeart/2005/8/layout/hierarchy1"/>
    <dgm:cxn modelId="{0844FF6F-AD6F-144C-B6A3-52EE648D2B80}" type="presParOf" srcId="{A57963AF-52E9-4F43-AE8C-B519D8D1960B}" destId="{CA0DD680-C91D-6F48-A131-9473D08209E2}" srcOrd="1" destOrd="0" presId="urn:microsoft.com/office/officeart/2005/8/layout/hierarchy1"/>
    <dgm:cxn modelId="{32F29075-12F2-D74C-94A7-6A8BFA29EF29}" type="presParOf" srcId="{307C2235-D61D-F44F-B0DD-1A22B5E93D23}" destId="{B854BC25-65BB-704C-8417-484FBFAB5932}" srcOrd="1" destOrd="0" presId="urn:microsoft.com/office/officeart/2005/8/layout/hierarchy1"/>
    <dgm:cxn modelId="{4FA8780F-1E38-8F4E-A46D-18B950DF4DFF}" type="presParOf" srcId="{9327E1DA-5E03-B640-8477-679609D01771}" destId="{3FFD962E-5496-9B45-87FB-3C730C22EFCA}" srcOrd="2" destOrd="0" presId="urn:microsoft.com/office/officeart/2005/8/layout/hierarchy1"/>
    <dgm:cxn modelId="{5C42A836-37D9-0442-A9A8-9DB0CAD2C7B0}" type="presParOf" srcId="{3FFD962E-5496-9B45-87FB-3C730C22EFCA}" destId="{B6737FC2-F787-C24D-9AA4-16B774F144ED}" srcOrd="0" destOrd="0" presId="urn:microsoft.com/office/officeart/2005/8/layout/hierarchy1"/>
    <dgm:cxn modelId="{0079466B-3982-7F4B-AE67-7CB6CC463ABD}" type="presParOf" srcId="{B6737FC2-F787-C24D-9AA4-16B774F144ED}" destId="{6016E850-FDAA-AA40-995A-785F944B76DA}" srcOrd="0" destOrd="0" presId="urn:microsoft.com/office/officeart/2005/8/layout/hierarchy1"/>
    <dgm:cxn modelId="{68E6CC0F-3F04-0949-8921-3F59A36EC6C4}" type="presParOf" srcId="{B6737FC2-F787-C24D-9AA4-16B774F144ED}" destId="{900493C9-D72C-2B41-A2F7-6BFBC106A1E9}" srcOrd="1" destOrd="0" presId="urn:microsoft.com/office/officeart/2005/8/layout/hierarchy1"/>
    <dgm:cxn modelId="{1DEDDC3C-7EA4-1C44-B7B7-BD55DA8760BC}" type="presParOf" srcId="{3FFD962E-5496-9B45-87FB-3C730C22EFCA}" destId="{DF106DC4-B9AE-AE45-AE2E-A4EE4C17B2FE}" srcOrd="1" destOrd="0" presId="urn:microsoft.com/office/officeart/2005/8/layout/hierarchy1"/>
    <dgm:cxn modelId="{6E05DA5E-510D-4943-A9AC-30397ADCEE38}" type="presParOf" srcId="{9327E1DA-5E03-B640-8477-679609D01771}" destId="{091F85E4-8F4A-D048-BDD1-898C3B66C2B7}" srcOrd="3" destOrd="0" presId="urn:microsoft.com/office/officeart/2005/8/layout/hierarchy1"/>
    <dgm:cxn modelId="{C0E1F454-4916-BA49-B85C-6DCBD4D4AEFD}" type="presParOf" srcId="{091F85E4-8F4A-D048-BDD1-898C3B66C2B7}" destId="{3A2E2D33-99CF-324D-B43B-8C00E0C4514A}" srcOrd="0" destOrd="0" presId="urn:microsoft.com/office/officeart/2005/8/layout/hierarchy1"/>
    <dgm:cxn modelId="{FC180AFC-71D3-5C4D-A2D4-6E3C63A1979C}" type="presParOf" srcId="{3A2E2D33-99CF-324D-B43B-8C00E0C4514A}" destId="{F0667779-233D-2F4B-9405-BCF363E8CC27}" srcOrd="0" destOrd="0" presId="urn:microsoft.com/office/officeart/2005/8/layout/hierarchy1"/>
    <dgm:cxn modelId="{06EF5E5A-E993-5748-BF0B-4D292FFE238E}" type="presParOf" srcId="{3A2E2D33-99CF-324D-B43B-8C00E0C4514A}" destId="{BB8C1B19-D2C7-894A-ABBC-38888C872890}" srcOrd="1" destOrd="0" presId="urn:microsoft.com/office/officeart/2005/8/layout/hierarchy1"/>
    <dgm:cxn modelId="{C34AB813-FE9C-E240-924B-AD1764803BD4}" type="presParOf" srcId="{091F85E4-8F4A-D048-BDD1-898C3B66C2B7}" destId="{FDE83A33-634A-984F-9E5D-2ACFBA16060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7C879B-2DE8-4CA9-9B35-585D9BD4BB8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271017B-F8E7-4E65-BF43-D3C2186A1D11}">
      <dgm:prSet/>
      <dgm:spPr/>
      <dgm:t>
        <a:bodyPr/>
        <a:lstStyle/>
        <a:p>
          <a:r>
            <a:rPr lang="en-US" dirty="0"/>
            <a:t>Main endpoint: POST /chat</a:t>
          </a:r>
        </a:p>
      </dgm:t>
    </dgm:pt>
    <dgm:pt modelId="{36558557-70B5-43EF-AD6B-299394AC6F67}" type="parTrans" cxnId="{5989A12A-2C1C-4705-8E48-9C0724A19216}">
      <dgm:prSet/>
      <dgm:spPr/>
      <dgm:t>
        <a:bodyPr/>
        <a:lstStyle/>
        <a:p>
          <a:endParaRPr lang="en-US"/>
        </a:p>
      </dgm:t>
    </dgm:pt>
    <dgm:pt modelId="{FFB33BFD-9BBB-4F71-BAF7-52D50F55D598}" type="sibTrans" cxnId="{5989A12A-2C1C-4705-8E48-9C0724A19216}">
      <dgm:prSet/>
      <dgm:spPr/>
      <dgm:t>
        <a:bodyPr/>
        <a:lstStyle/>
        <a:p>
          <a:endParaRPr lang="en-US"/>
        </a:p>
      </dgm:t>
    </dgm:pt>
    <dgm:pt modelId="{23BFE5CC-4584-4C21-AD64-AB0037562A2C}">
      <dgm:prSet/>
      <dgm:spPr/>
      <dgm:t>
        <a:bodyPr/>
        <a:lstStyle/>
        <a:p>
          <a:r>
            <a:rPr lang="en-US" dirty="0"/>
            <a:t>Input: message + session_id</a:t>
          </a:r>
        </a:p>
      </dgm:t>
    </dgm:pt>
    <dgm:pt modelId="{5B6068A7-8560-4A71-965D-20F96311A385}" type="parTrans" cxnId="{32B3B4A9-7F85-4E8F-A63A-4B20087B18C3}">
      <dgm:prSet/>
      <dgm:spPr/>
      <dgm:t>
        <a:bodyPr/>
        <a:lstStyle/>
        <a:p>
          <a:endParaRPr lang="en-US"/>
        </a:p>
      </dgm:t>
    </dgm:pt>
    <dgm:pt modelId="{E20B7882-758E-4645-B4FE-D19EDC98FAC0}" type="sibTrans" cxnId="{32B3B4A9-7F85-4E8F-A63A-4B20087B18C3}">
      <dgm:prSet/>
      <dgm:spPr/>
      <dgm:t>
        <a:bodyPr/>
        <a:lstStyle/>
        <a:p>
          <a:endParaRPr lang="en-US"/>
        </a:p>
      </dgm:t>
    </dgm:pt>
    <dgm:pt modelId="{3FEE8D8B-C378-41E7-9EC4-9E45CD69E972}">
      <dgm:prSet/>
      <dgm:spPr/>
      <dgm:t>
        <a:bodyPr/>
        <a:lstStyle/>
        <a:p>
          <a:r>
            <a:rPr lang="en-US" dirty="0"/>
            <a:t>Maintains conversation history in memory</a:t>
          </a:r>
        </a:p>
      </dgm:t>
    </dgm:pt>
    <dgm:pt modelId="{6CF8AAF5-52BB-428A-AC0C-696D922AC68C}" type="parTrans" cxnId="{CBDBB39A-3D8B-4547-A98E-8546A91D2FBC}">
      <dgm:prSet/>
      <dgm:spPr/>
      <dgm:t>
        <a:bodyPr/>
        <a:lstStyle/>
        <a:p>
          <a:endParaRPr lang="en-US"/>
        </a:p>
      </dgm:t>
    </dgm:pt>
    <dgm:pt modelId="{5D58ED19-E38D-4995-84D3-82BB09749C68}" type="sibTrans" cxnId="{CBDBB39A-3D8B-4547-A98E-8546A91D2FBC}">
      <dgm:prSet/>
      <dgm:spPr/>
      <dgm:t>
        <a:bodyPr/>
        <a:lstStyle/>
        <a:p>
          <a:endParaRPr lang="en-US"/>
        </a:p>
      </dgm:t>
    </dgm:pt>
    <dgm:pt modelId="{B8FD4893-D316-4CB8-8DE7-072953A286B7}">
      <dgm:prSet/>
      <dgm:spPr/>
      <dgm:t>
        <a:bodyPr/>
        <a:lstStyle/>
        <a:p>
          <a:r>
            <a:rPr lang="en-US" dirty="0"/>
            <a:t>Forwards prompt to GPT-4o mini with tool definitions</a:t>
          </a:r>
        </a:p>
      </dgm:t>
    </dgm:pt>
    <dgm:pt modelId="{161FB743-F86D-49A2-A60B-3482F7C7E3E3}" type="parTrans" cxnId="{4A50F4D9-0C38-45B6-BA76-28A4DC2DE920}">
      <dgm:prSet/>
      <dgm:spPr/>
      <dgm:t>
        <a:bodyPr/>
        <a:lstStyle/>
        <a:p>
          <a:endParaRPr lang="en-US"/>
        </a:p>
      </dgm:t>
    </dgm:pt>
    <dgm:pt modelId="{F657A846-7CF2-47BF-AAAC-4D8A3BE07C55}" type="sibTrans" cxnId="{4A50F4D9-0C38-45B6-BA76-28A4DC2DE920}">
      <dgm:prSet/>
      <dgm:spPr/>
      <dgm:t>
        <a:bodyPr/>
        <a:lstStyle/>
        <a:p>
          <a:endParaRPr lang="en-US"/>
        </a:p>
      </dgm:t>
    </dgm:pt>
    <dgm:pt modelId="{32AC6261-D5F5-4A9B-8C12-84098EF45EC9}">
      <dgm:prSet/>
      <dgm:spPr/>
      <dgm:t>
        <a:bodyPr/>
        <a:lstStyle/>
        <a:p>
          <a:r>
            <a:rPr lang="en-US" dirty="0"/>
            <a:t>GPT-4o mini decides whether to call tools or respond directly</a:t>
          </a:r>
        </a:p>
      </dgm:t>
    </dgm:pt>
    <dgm:pt modelId="{F85CE77E-57BD-4CFF-8821-1DC40A74E1F1}" type="parTrans" cxnId="{6F190A78-C171-4878-9E76-DC47BAF69A45}">
      <dgm:prSet/>
      <dgm:spPr/>
      <dgm:t>
        <a:bodyPr/>
        <a:lstStyle/>
        <a:p>
          <a:endParaRPr lang="en-US"/>
        </a:p>
      </dgm:t>
    </dgm:pt>
    <dgm:pt modelId="{7DE819B7-BAF2-4984-8C22-4C6F65AE6700}" type="sibTrans" cxnId="{6F190A78-C171-4878-9E76-DC47BAF69A45}">
      <dgm:prSet/>
      <dgm:spPr/>
      <dgm:t>
        <a:bodyPr/>
        <a:lstStyle/>
        <a:p>
          <a:endParaRPr lang="en-US"/>
        </a:p>
      </dgm:t>
    </dgm:pt>
    <dgm:pt modelId="{635DA606-4B4A-431A-8E89-AA44660E550E}" type="pres">
      <dgm:prSet presAssocID="{077C879B-2DE8-4CA9-9B35-585D9BD4BB81}" presName="root" presStyleCnt="0">
        <dgm:presLayoutVars>
          <dgm:dir/>
          <dgm:resizeHandles val="exact"/>
        </dgm:presLayoutVars>
      </dgm:prSet>
      <dgm:spPr/>
    </dgm:pt>
    <dgm:pt modelId="{80EA8053-27D6-4C73-8B82-432E393D6990}" type="pres">
      <dgm:prSet presAssocID="{077C879B-2DE8-4CA9-9B35-585D9BD4BB81}" presName="container" presStyleCnt="0">
        <dgm:presLayoutVars>
          <dgm:dir/>
          <dgm:resizeHandles val="exact"/>
        </dgm:presLayoutVars>
      </dgm:prSet>
      <dgm:spPr/>
    </dgm:pt>
    <dgm:pt modelId="{80871FD1-A8F7-4D69-B5FC-C0FA9F1FBA09}" type="pres">
      <dgm:prSet presAssocID="{2271017B-F8E7-4E65-BF43-D3C2186A1D11}" presName="compNode" presStyleCnt="0"/>
      <dgm:spPr/>
    </dgm:pt>
    <dgm:pt modelId="{1BF064DA-6781-4854-BA02-45DFA918748B}" type="pres">
      <dgm:prSet presAssocID="{2271017B-F8E7-4E65-BF43-D3C2186A1D11}" presName="iconBgRect" presStyleLbl="bgShp" presStyleIdx="0" presStyleCnt="5"/>
      <dgm:spPr/>
    </dgm:pt>
    <dgm:pt modelId="{01FF693A-84C1-4415-86FD-1C883F6EC1B6}" type="pres">
      <dgm:prSet presAssocID="{2271017B-F8E7-4E65-BF43-D3C2186A1D1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2943C231-A21C-4A2B-A66D-7607ED16DF82}" type="pres">
      <dgm:prSet presAssocID="{2271017B-F8E7-4E65-BF43-D3C2186A1D11}" presName="spaceRect" presStyleCnt="0"/>
      <dgm:spPr/>
    </dgm:pt>
    <dgm:pt modelId="{A5FF1B99-B4AA-4F69-90E7-4A672DBE6DF0}" type="pres">
      <dgm:prSet presAssocID="{2271017B-F8E7-4E65-BF43-D3C2186A1D11}" presName="textRect" presStyleLbl="revTx" presStyleIdx="0" presStyleCnt="5">
        <dgm:presLayoutVars>
          <dgm:chMax val="1"/>
          <dgm:chPref val="1"/>
        </dgm:presLayoutVars>
      </dgm:prSet>
      <dgm:spPr/>
    </dgm:pt>
    <dgm:pt modelId="{608D3F95-DB6F-4270-B78A-37A419D41E85}" type="pres">
      <dgm:prSet presAssocID="{FFB33BFD-9BBB-4F71-BAF7-52D50F55D598}" presName="sibTrans" presStyleLbl="sibTrans2D1" presStyleIdx="0" presStyleCnt="0"/>
      <dgm:spPr/>
    </dgm:pt>
    <dgm:pt modelId="{6BCE0D44-43FD-47C4-BD20-F6781943FCA6}" type="pres">
      <dgm:prSet presAssocID="{23BFE5CC-4584-4C21-AD64-AB0037562A2C}" presName="compNode" presStyleCnt="0"/>
      <dgm:spPr/>
    </dgm:pt>
    <dgm:pt modelId="{C71C8A02-B2F3-4BF5-8D79-C459525AD42D}" type="pres">
      <dgm:prSet presAssocID="{23BFE5CC-4584-4C21-AD64-AB0037562A2C}" presName="iconBgRect" presStyleLbl="bgShp" presStyleIdx="1" presStyleCnt="5"/>
      <dgm:spPr/>
    </dgm:pt>
    <dgm:pt modelId="{9BB3B8DA-3CE6-41CB-B8AB-9EB4B0520A9A}" type="pres">
      <dgm:prSet presAssocID="{23BFE5CC-4584-4C21-AD64-AB0037562A2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1E25A7CB-7AB4-4275-8E3A-3921C6738868}" type="pres">
      <dgm:prSet presAssocID="{23BFE5CC-4584-4C21-AD64-AB0037562A2C}" presName="spaceRect" presStyleCnt="0"/>
      <dgm:spPr/>
    </dgm:pt>
    <dgm:pt modelId="{6011038E-4E35-42CA-A466-D2ED87E3E500}" type="pres">
      <dgm:prSet presAssocID="{23BFE5CC-4584-4C21-AD64-AB0037562A2C}" presName="textRect" presStyleLbl="revTx" presStyleIdx="1" presStyleCnt="5">
        <dgm:presLayoutVars>
          <dgm:chMax val="1"/>
          <dgm:chPref val="1"/>
        </dgm:presLayoutVars>
      </dgm:prSet>
      <dgm:spPr/>
    </dgm:pt>
    <dgm:pt modelId="{FAA06102-C84E-4A67-B3A9-CC5C34F7FE47}" type="pres">
      <dgm:prSet presAssocID="{E20B7882-758E-4645-B4FE-D19EDC98FAC0}" presName="sibTrans" presStyleLbl="sibTrans2D1" presStyleIdx="0" presStyleCnt="0"/>
      <dgm:spPr/>
    </dgm:pt>
    <dgm:pt modelId="{A641D77E-B213-43CA-9CAE-B6F482C7CD51}" type="pres">
      <dgm:prSet presAssocID="{3FEE8D8B-C378-41E7-9EC4-9E45CD69E972}" presName="compNode" presStyleCnt="0"/>
      <dgm:spPr/>
    </dgm:pt>
    <dgm:pt modelId="{6D9E5A8C-184A-48C2-8E49-7814ECAB4DF8}" type="pres">
      <dgm:prSet presAssocID="{3FEE8D8B-C378-41E7-9EC4-9E45CD69E972}" presName="iconBgRect" presStyleLbl="bgShp" presStyleIdx="2" presStyleCnt="5"/>
      <dgm:spPr/>
    </dgm:pt>
    <dgm:pt modelId="{CFC23DDE-E9E2-4A22-8603-32CDF2F276E2}" type="pres">
      <dgm:prSet presAssocID="{3FEE8D8B-C378-41E7-9EC4-9E45CD69E9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58A0F2D-4A6E-4BBF-A31D-8A6AE2631034}" type="pres">
      <dgm:prSet presAssocID="{3FEE8D8B-C378-41E7-9EC4-9E45CD69E972}" presName="spaceRect" presStyleCnt="0"/>
      <dgm:spPr/>
    </dgm:pt>
    <dgm:pt modelId="{A78F87AC-6E62-405C-B110-0CF828E8A1EF}" type="pres">
      <dgm:prSet presAssocID="{3FEE8D8B-C378-41E7-9EC4-9E45CD69E972}" presName="textRect" presStyleLbl="revTx" presStyleIdx="2" presStyleCnt="5">
        <dgm:presLayoutVars>
          <dgm:chMax val="1"/>
          <dgm:chPref val="1"/>
        </dgm:presLayoutVars>
      </dgm:prSet>
      <dgm:spPr/>
    </dgm:pt>
    <dgm:pt modelId="{5CE1B99A-1ED9-493A-A770-4FBE6F59E538}" type="pres">
      <dgm:prSet presAssocID="{5D58ED19-E38D-4995-84D3-82BB09749C68}" presName="sibTrans" presStyleLbl="sibTrans2D1" presStyleIdx="0" presStyleCnt="0"/>
      <dgm:spPr/>
    </dgm:pt>
    <dgm:pt modelId="{31132061-5C27-4A19-AFCF-9CB05A9FC81F}" type="pres">
      <dgm:prSet presAssocID="{B8FD4893-D316-4CB8-8DE7-072953A286B7}" presName="compNode" presStyleCnt="0"/>
      <dgm:spPr/>
    </dgm:pt>
    <dgm:pt modelId="{E5581687-68E4-4D6D-A139-EB81FF3BD2BC}" type="pres">
      <dgm:prSet presAssocID="{B8FD4893-D316-4CB8-8DE7-072953A286B7}" presName="iconBgRect" presStyleLbl="bgShp" presStyleIdx="3" presStyleCnt="5"/>
      <dgm:spPr/>
    </dgm:pt>
    <dgm:pt modelId="{AC91AB92-1036-4C13-AB73-A859EBCC1669}" type="pres">
      <dgm:prSet presAssocID="{B8FD4893-D316-4CB8-8DE7-072953A286B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2C264F8-FAEC-48A8-9B2C-5D512040289D}" type="pres">
      <dgm:prSet presAssocID="{B8FD4893-D316-4CB8-8DE7-072953A286B7}" presName="spaceRect" presStyleCnt="0"/>
      <dgm:spPr/>
    </dgm:pt>
    <dgm:pt modelId="{0BEB4B4B-1406-4B50-834D-99A686793466}" type="pres">
      <dgm:prSet presAssocID="{B8FD4893-D316-4CB8-8DE7-072953A286B7}" presName="textRect" presStyleLbl="revTx" presStyleIdx="3" presStyleCnt="5">
        <dgm:presLayoutVars>
          <dgm:chMax val="1"/>
          <dgm:chPref val="1"/>
        </dgm:presLayoutVars>
      </dgm:prSet>
      <dgm:spPr/>
    </dgm:pt>
    <dgm:pt modelId="{193BC229-1E87-4FB9-8CA6-55E1BB2F4A43}" type="pres">
      <dgm:prSet presAssocID="{F657A846-7CF2-47BF-AAAC-4D8A3BE07C55}" presName="sibTrans" presStyleLbl="sibTrans2D1" presStyleIdx="0" presStyleCnt="0"/>
      <dgm:spPr/>
    </dgm:pt>
    <dgm:pt modelId="{D7E84ED9-D378-4A68-8E71-1450619467CF}" type="pres">
      <dgm:prSet presAssocID="{32AC6261-D5F5-4A9B-8C12-84098EF45EC9}" presName="compNode" presStyleCnt="0"/>
      <dgm:spPr/>
    </dgm:pt>
    <dgm:pt modelId="{AEF6CB77-6686-424E-9566-2E0D638FBCA3}" type="pres">
      <dgm:prSet presAssocID="{32AC6261-D5F5-4A9B-8C12-84098EF45EC9}" presName="iconBgRect" presStyleLbl="bgShp" presStyleIdx="4" presStyleCnt="5"/>
      <dgm:spPr/>
    </dgm:pt>
    <dgm:pt modelId="{9165E418-80A3-49C3-B971-C932C2E05966}" type="pres">
      <dgm:prSet presAssocID="{32AC6261-D5F5-4A9B-8C12-84098EF45EC9}" presName="iconRect" presStyleLbl="node1" presStyleIdx="4" presStyleCnt="5" custLinFactNeighborY="625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E8049955-D3A9-4A58-92B5-7EECCDCCB33B}" type="pres">
      <dgm:prSet presAssocID="{32AC6261-D5F5-4A9B-8C12-84098EF45EC9}" presName="spaceRect" presStyleCnt="0"/>
      <dgm:spPr/>
    </dgm:pt>
    <dgm:pt modelId="{4F1D0AB1-F7EB-4E32-96DB-7603EE7C52A9}" type="pres">
      <dgm:prSet presAssocID="{32AC6261-D5F5-4A9B-8C12-84098EF45EC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989A12A-2C1C-4705-8E48-9C0724A19216}" srcId="{077C879B-2DE8-4CA9-9B35-585D9BD4BB81}" destId="{2271017B-F8E7-4E65-BF43-D3C2186A1D11}" srcOrd="0" destOrd="0" parTransId="{36558557-70B5-43EF-AD6B-299394AC6F67}" sibTransId="{FFB33BFD-9BBB-4F71-BAF7-52D50F55D598}"/>
    <dgm:cxn modelId="{C525063E-922A-4778-85AD-9D7AB3AF187E}" type="presOf" srcId="{23BFE5CC-4584-4C21-AD64-AB0037562A2C}" destId="{6011038E-4E35-42CA-A466-D2ED87E3E500}" srcOrd="0" destOrd="0" presId="urn:microsoft.com/office/officeart/2018/2/layout/IconCircleList"/>
    <dgm:cxn modelId="{D6BD4F4B-B57E-4FF5-A360-AEDFF8066DEB}" type="presOf" srcId="{077C879B-2DE8-4CA9-9B35-585D9BD4BB81}" destId="{635DA606-4B4A-431A-8E89-AA44660E550E}" srcOrd="0" destOrd="0" presId="urn:microsoft.com/office/officeart/2018/2/layout/IconCircleList"/>
    <dgm:cxn modelId="{405B1850-7D0D-4C9D-B7C4-F5DE8CA94CE4}" type="presOf" srcId="{B8FD4893-D316-4CB8-8DE7-072953A286B7}" destId="{0BEB4B4B-1406-4B50-834D-99A686793466}" srcOrd="0" destOrd="0" presId="urn:microsoft.com/office/officeart/2018/2/layout/IconCircleList"/>
    <dgm:cxn modelId="{0240EC77-8610-4246-9E26-B9C2E1119876}" type="presOf" srcId="{3FEE8D8B-C378-41E7-9EC4-9E45CD69E972}" destId="{A78F87AC-6E62-405C-B110-0CF828E8A1EF}" srcOrd="0" destOrd="0" presId="urn:microsoft.com/office/officeart/2018/2/layout/IconCircleList"/>
    <dgm:cxn modelId="{6F190A78-C171-4878-9E76-DC47BAF69A45}" srcId="{077C879B-2DE8-4CA9-9B35-585D9BD4BB81}" destId="{32AC6261-D5F5-4A9B-8C12-84098EF45EC9}" srcOrd="4" destOrd="0" parTransId="{F85CE77E-57BD-4CFF-8821-1DC40A74E1F1}" sibTransId="{7DE819B7-BAF2-4984-8C22-4C6F65AE6700}"/>
    <dgm:cxn modelId="{1B2CFE78-FA8A-483B-B717-9479344867D4}" type="presOf" srcId="{E20B7882-758E-4645-B4FE-D19EDC98FAC0}" destId="{FAA06102-C84E-4A67-B3A9-CC5C34F7FE47}" srcOrd="0" destOrd="0" presId="urn:microsoft.com/office/officeart/2018/2/layout/IconCircleList"/>
    <dgm:cxn modelId="{F4CE428E-F998-4780-8BBF-8C2163A2A0BD}" type="presOf" srcId="{32AC6261-D5F5-4A9B-8C12-84098EF45EC9}" destId="{4F1D0AB1-F7EB-4E32-96DB-7603EE7C52A9}" srcOrd="0" destOrd="0" presId="urn:microsoft.com/office/officeart/2018/2/layout/IconCircleList"/>
    <dgm:cxn modelId="{CBDBB39A-3D8B-4547-A98E-8546A91D2FBC}" srcId="{077C879B-2DE8-4CA9-9B35-585D9BD4BB81}" destId="{3FEE8D8B-C378-41E7-9EC4-9E45CD69E972}" srcOrd="2" destOrd="0" parTransId="{6CF8AAF5-52BB-428A-AC0C-696D922AC68C}" sibTransId="{5D58ED19-E38D-4995-84D3-82BB09749C68}"/>
    <dgm:cxn modelId="{9406D9A1-2CBB-4895-8ACC-562192F0B80F}" type="presOf" srcId="{5D58ED19-E38D-4995-84D3-82BB09749C68}" destId="{5CE1B99A-1ED9-493A-A770-4FBE6F59E538}" srcOrd="0" destOrd="0" presId="urn:microsoft.com/office/officeart/2018/2/layout/IconCircleList"/>
    <dgm:cxn modelId="{32B3B4A9-7F85-4E8F-A63A-4B20087B18C3}" srcId="{077C879B-2DE8-4CA9-9B35-585D9BD4BB81}" destId="{23BFE5CC-4584-4C21-AD64-AB0037562A2C}" srcOrd="1" destOrd="0" parTransId="{5B6068A7-8560-4A71-965D-20F96311A385}" sibTransId="{E20B7882-758E-4645-B4FE-D19EDC98FAC0}"/>
    <dgm:cxn modelId="{4A50F4D9-0C38-45B6-BA76-28A4DC2DE920}" srcId="{077C879B-2DE8-4CA9-9B35-585D9BD4BB81}" destId="{B8FD4893-D316-4CB8-8DE7-072953A286B7}" srcOrd="3" destOrd="0" parTransId="{161FB743-F86D-49A2-A60B-3482F7C7E3E3}" sibTransId="{F657A846-7CF2-47BF-AAAC-4D8A3BE07C55}"/>
    <dgm:cxn modelId="{AEA5B2E5-2E32-41BC-AAA3-B27E36F1294D}" type="presOf" srcId="{FFB33BFD-9BBB-4F71-BAF7-52D50F55D598}" destId="{608D3F95-DB6F-4270-B78A-37A419D41E85}" srcOrd="0" destOrd="0" presId="urn:microsoft.com/office/officeart/2018/2/layout/IconCircleList"/>
    <dgm:cxn modelId="{BA700EF0-79AE-4BF1-88CB-25B630B2FE13}" type="presOf" srcId="{F657A846-7CF2-47BF-AAAC-4D8A3BE07C55}" destId="{193BC229-1E87-4FB9-8CA6-55E1BB2F4A43}" srcOrd="0" destOrd="0" presId="urn:microsoft.com/office/officeart/2018/2/layout/IconCircleList"/>
    <dgm:cxn modelId="{7283EBF2-4DEC-405E-A347-0FCC2F13A281}" type="presOf" srcId="{2271017B-F8E7-4E65-BF43-D3C2186A1D11}" destId="{A5FF1B99-B4AA-4F69-90E7-4A672DBE6DF0}" srcOrd="0" destOrd="0" presId="urn:microsoft.com/office/officeart/2018/2/layout/IconCircleList"/>
    <dgm:cxn modelId="{321C8D83-BA8A-4DA0-A2D7-71440EFDCE9B}" type="presParOf" srcId="{635DA606-4B4A-431A-8E89-AA44660E550E}" destId="{80EA8053-27D6-4C73-8B82-432E393D6990}" srcOrd="0" destOrd="0" presId="urn:microsoft.com/office/officeart/2018/2/layout/IconCircleList"/>
    <dgm:cxn modelId="{7596C6DB-FC34-4FEF-BBF3-C9035B16F484}" type="presParOf" srcId="{80EA8053-27D6-4C73-8B82-432E393D6990}" destId="{80871FD1-A8F7-4D69-B5FC-C0FA9F1FBA09}" srcOrd="0" destOrd="0" presId="urn:microsoft.com/office/officeart/2018/2/layout/IconCircleList"/>
    <dgm:cxn modelId="{362326BB-9111-42EE-8763-B8E3E8247923}" type="presParOf" srcId="{80871FD1-A8F7-4D69-B5FC-C0FA9F1FBA09}" destId="{1BF064DA-6781-4854-BA02-45DFA918748B}" srcOrd="0" destOrd="0" presId="urn:microsoft.com/office/officeart/2018/2/layout/IconCircleList"/>
    <dgm:cxn modelId="{C29BD257-7946-42DD-B0E0-E74BB359AD86}" type="presParOf" srcId="{80871FD1-A8F7-4D69-B5FC-C0FA9F1FBA09}" destId="{01FF693A-84C1-4415-86FD-1C883F6EC1B6}" srcOrd="1" destOrd="0" presId="urn:microsoft.com/office/officeart/2018/2/layout/IconCircleList"/>
    <dgm:cxn modelId="{1BF0CA3E-A9B6-47DE-964B-2FD09574DABA}" type="presParOf" srcId="{80871FD1-A8F7-4D69-B5FC-C0FA9F1FBA09}" destId="{2943C231-A21C-4A2B-A66D-7607ED16DF82}" srcOrd="2" destOrd="0" presId="urn:microsoft.com/office/officeart/2018/2/layout/IconCircleList"/>
    <dgm:cxn modelId="{7D3294B2-5526-41D5-8F35-B50AF83CD1DA}" type="presParOf" srcId="{80871FD1-A8F7-4D69-B5FC-C0FA9F1FBA09}" destId="{A5FF1B99-B4AA-4F69-90E7-4A672DBE6DF0}" srcOrd="3" destOrd="0" presId="urn:microsoft.com/office/officeart/2018/2/layout/IconCircleList"/>
    <dgm:cxn modelId="{13A99209-D311-418D-BD69-3EA52EFA6342}" type="presParOf" srcId="{80EA8053-27D6-4C73-8B82-432E393D6990}" destId="{608D3F95-DB6F-4270-B78A-37A419D41E85}" srcOrd="1" destOrd="0" presId="urn:microsoft.com/office/officeart/2018/2/layout/IconCircleList"/>
    <dgm:cxn modelId="{47C2335A-2784-4BAE-8E89-2D3580632F1B}" type="presParOf" srcId="{80EA8053-27D6-4C73-8B82-432E393D6990}" destId="{6BCE0D44-43FD-47C4-BD20-F6781943FCA6}" srcOrd="2" destOrd="0" presId="urn:microsoft.com/office/officeart/2018/2/layout/IconCircleList"/>
    <dgm:cxn modelId="{81B6E7D9-F655-40AD-8DDB-D318FF45E84C}" type="presParOf" srcId="{6BCE0D44-43FD-47C4-BD20-F6781943FCA6}" destId="{C71C8A02-B2F3-4BF5-8D79-C459525AD42D}" srcOrd="0" destOrd="0" presId="urn:microsoft.com/office/officeart/2018/2/layout/IconCircleList"/>
    <dgm:cxn modelId="{09A1F323-A813-4CC8-81B9-F1867606A6C1}" type="presParOf" srcId="{6BCE0D44-43FD-47C4-BD20-F6781943FCA6}" destId="{9BB3B8DA-3CE6-41CB-B8AB-9EB4B0520A9A}" srcOrd="1" destOrd="0" presId="urn:microsoft.com/office/officeart/2018/2/layout/IconCircleList"/>
    <dgm:cxn modelId="{0F0E4920-CD57-45D0-862C-D6969AC1AA66}" type="presParOf" srcId="{6BCE0D44-43FD-47C4-BD20-F6781943FCA6}" destId="{1E25A7CB-7AB4-4275-8E3A-3921C6738868}" srcOrd="2" destOrd="0" presId="urn:microsoft.com/office/officeart/2018/2/layout/IconCircleList"/>
    <dgm:cxn modelId="{2FC63E23-44D2-41AF-B993-83B7A4B34B9A}" type="presParOf" srcId="{6BCE0D44-43FD-47C4-BD20-F6781943FCA6}" destId="{6011038E-4E35-42CA-A466-D2ED87E3E500}" srcOrd="3" destOrd="0" presId="urn:microsoft.com/office/officeart/2018/2/layout/IconCircleList"/>
    <dgm:cxn modelId="{356540A6-97E7-4878-8A6B-BB540F787E74}" type="presParOf" srcId="{80EA8053-27D6-4C73-8B82-432E393D6990}" destId="{FAA06102-C84E-4A67-B3A9-CC5C34F7FE47}" srcOrd="3" destOrd="0" presId="urn:microsoft.com/office/officeart/2018/2/layout/IconCircleList"/>
    <dgm:cxn modelId="{EEC8379C-B045-4E56-AE37-D45082D674B8}" type="presParOf" srcId="{80EA8053-27D6-4C73-8B82-432E393D6990}" destId="{A641D77E-B213-43CA-9CAE-B6F482C7CD51}" srcOrd="4" destOrd="0" presId="urn:microsoft.com/office/officeart/2018/2/layout/IconCircleList"/>
    <dgm:cxn modelId="{F94A450A-C586-4FD7-993D-A36D6A911328}" type="presParOf" srcId="{A641D77E-B213-43CA-9CAE-B6F482C7CD51}" destId="{6D9E5A8C-184A-48C2-8E49-7814ECAB4DF8}" srcOrd="0" destOrd="0" presId="urn:microsoft.com/office/officeart/2018/2/layout/IconCircleList"/>
    <dgm:cxn modelId="{76973F4B-BF91-4DAA-AA67-5BEE798CADA9}" type="presParOf" srcId="{A641D77E-B213-43CA-9CAE-B6F482C7CD51}" destId="{CFC23DDE-E9E2-4A22-8603-32CDF2F276E2}" srcOrd="1" destOrd="0" presId="urn:microsoft.com/office/officeart/2018/2/layout/IconCircleList"/>
    <dgm:cxn modelId="{1BC878E4-9937-4B27-B9CB-F84FA770A2EC}" type="presParOf" srcId="{A641D77E-B213-43CA-9CAE-B6F482C7CD51}" destId="{B58A0F2D-4A6E-4BBF-A31D-8A6AE2631034}" srcOrd="2" destOrd="0" presId="urn:microsoft.com/office/officeart/2018/2/layout/IconCircleList"/>
    <dgm:cxn modelId="{E05A0051-F394-4998-8676-748D64E4F608}" type="presParOf" srcId="{A641D77E-B213-43CA-9CAE-B6F482C7CD51}" destId="{A78F87AC-6E62-405C-B110-0CF828E8A1EF}" srcOrd="3" destOrd="0" presId="urn:microsoft.com/office/officeart/2018/2/layout/IconCircleList"/>
    <dgm:cxn modelId="{4727D87E-FBF8-4627-96EC-D6FFCB9811A4}" type="presParOf" srcId="{80EA8053-27D6-4C73-8B82-432E393D6990}" destId="{5CE1B99A-1ED9-493A-A770-4FBE6F59E538}" srcOrd="5" destOrd="0" presId="urn:microsoft.com/office/officeart/2018/2/layout/IconCircleList"/>
    <dgm:cxn modelId="{34508EEC-F7D4-4912-857A-F4C4266537EC}" type="presParOf" srcId="{80EA8053-27D6-4C73-8B82-432E393D6990}" destId="{31132061-5C27-4A19-AFCF-9CB05A9FC81F}" srcOrd="6" destOrd="0" presId="urn:microsoft.com/office/officeart/2018/2/layout/IconCircleList"/>
    <dgm:cxn modelId="{1AD7497B-E344-4076-A354-DE9123FAFC7C}" type="presParOf" srcId="{31132061-5C27-4A19-AFCF-9CB05A9FC81F}" destId="{E5581687-68E4-4D6D-A139-EB81FF3BD2BC}" srcOrd="0" destOrd="0" presId="urn:microsoft.com/office/officeart/2018/2/layout/IconCircleList"/>
    <dgm:cxn modelId="{3C8CD433-6994-419D-AA1D-6766AA777EDB}" type="presParOf" srcId="{31132061-5C27-4A19-AFCF-9CB05A9FC81F}" destId="{AC91AB92-1036-4C13-AB73-A859EBCC1669}" srcOrd="1" destOrd="0" presId="urn:microsoft.com/office/officeart/2018/2/layout/IconCircleList"/>
    <dgm:cxn modelId="{844ED0AE-0B56-4003-A95F-77A04F121AC5}" type="presParOf" srcId="{31132061-5C27-4A19-AFCF-9CB05A9FC81F}" destId="{92C264F8-FAEC-48A8-9B2C-5D512040289D}" srcOrd="2" destOrd="0" presId="urn:microsoft.com/office/officeart/2018/2/layout/IconCircleList"/>
    <dgm:cxn modelId="{D04BB7CC-FDC8-4059-96C5-1E07ACF19A26}" type="presParOf" srcId="{31132061-5C27-4A19-AFCF-9CB05A9FC81F}" destId="{0BEB4B4B-1406-4B50-834D-99A686793466}" srcOrd="3" destOrd="0" presId="urn:microsoft.com/office/officeart/2018/2/layout/IconCircleList"/>
    <dgm:cxn modelId="{D5879874-4562-42C0-B8A9-580DB931F481}" type="presParOf" srcId="{80EA8053-27D6-4C73-8B82-432E393D6990}" destId="{193BC229-1E87-4FB9-8CA6-55E1BB2F4A43}" srcOrd="7" destOrd="0" presId="urn:microsoft.com/office/officeart/2018/2/layout/IconCircleList"/>
    <dgm:cxn modelId="{C46511A8-61BE-45A0-A6FC-A100D3105DAD}" type="presParOf" srcId="{80EA8053-27D6-4C73-8B82-432E393D6990}" destId="{D7E84ED9-D378-4A68-8E71-1450619467CF}" srcOrd="8" destOrd="0" presId="urn:microsoft.com/office/officeart/2018/2/layout/IconCircleList"/>
    <dgm:cxn modelId="{F364B3A3-7766-425B-9DC2-799B4A411C9E}" type="presParOf" srcId="{D7E84ED9-D378-4A68-8E71-1450619467CF}" destId="{AEF6CB77-6686-424E-9566-2E0D638FBCA3}" srcOrd="0" destOrd="0" presId="urn:microsoft.com/office/officeart/2018/2/layout/IconCircleList"/>
    <dgm:cxn modelId="{A3965148-31D2-4C57-8300-AD05DEE7A71E}" type="presParOf" srcId="{D7E84ED9-D378-4A68-8E71-1450619467CF}" destId="{9165E418-80A3-49C3-B971-C932C2E05966}" srcOrd="1" destOrd="0" presId="urn:microsoft.com/office/officeart/2018/2/layout/IconCircleList"/>
    <dgm:cxn modelId="{87708ED8-4A93-4859-B79C-84C1585815E5}" type="presParOf" srcId="{D7E84ED9-D378-4A68-8E71-1450619467CF}" destId="{E8049955-D3A9-4A58-92B5-7EECCDCCB33B}" srcOrd="2" destOrd="0" presId="urn:microsoft.com/office/officeart/2018/2/layout/IconCircleList"/>
    <dgm:cxn modelId="{1E3D5328-EC9B-4C52-ACA4-B9E33487D32F}" type="presParOf" srcId="{D7E84ED9-D378-4A68-8E71-1450619467CF}" destId="{4F1D0AB1-F7EB-4E32-96DB-7603EE7C52A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86E1C-C4FF-7C4D-B9C2-CDBCB98EDFD1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3F636-778B-644D-85FB-4EF1BBE18910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Simple HTML/CSS/JS interface</a:t>
          </a:r>
        </a:p>
      </dsp:txBody>
      <dsp:txXfrm>
        <a:off x="224776" y="1422745"/>
        <a:ext cx="1650639" cy="1024880"/>
      </dsp:txXfrm>
    </dsp:sp>
    <dsp:sp modelId="{A8AC1860-E690-2743-A16B-D3DACAAF85CB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DD680-C91D-6F48-A131-9473D08209E2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Sends chat messages via REST API</a:t>
          </a:r>
        </a:p>
      </dsp:txBody>
      <dsp:txXfrm>
        <a:off x="2320165" y="1422745"/>
        <a:ext cx="1650639" cy="1024880"/>
      </dsp:txXfrm>
    </dsp:sp>
    <dsp:sp modelId="{6016E850-FDAA-AA40-995A-785F944B76DA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93C9-D72C-2B41-A2F7-6BFBC106A1E9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Renders Markdown using </a:t>
          </a:r>
          <a:r>
            <a:rPr lang="en-US" sz="1600" kern="1200" dirty="0" err="1"/>
            <a:t>marked.js</a:t>
          </a:r>
          <a:endParaRPr lang="en-US" sz="1600" kern="1200" dirty="0"/>
        </a:p>
      </dsp:txBody>
      <dsp:txXfrm>
        <a:off x="4415555" y="1422745"/>
        <a:ext cx="1650639" cy="1024880"/>
      </dsp:txXfrm>
    </dsp:sp>
    <dsp:sp modelId="{F0667779-233D-2F4B-9405-BCF363E8CC27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C1B19-D2C7-894A-ABBC-38888C872890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Generates unique </a:t>
          </a:r>
          <a:r>
            <a:rPr lang="en-US" sz="1600" kern="1200" dirty="0" err="1"/>
            <a:t>session_id</a:t>
          </a:r>
          <a:r>
            <a:rPr lang="en-US" sz="1600" kern="1200" dirty="0"/>
            <a:t> for each user session</a:t>
          </a:r>
        </a:p>
      </dsp:txBody>
      <dsp:txXfrm>
        <a:off x="6510945" y="1422745"/>
        <a:ext cx="1650639" cy="1024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064DA-6781-4854-BA02-45DFA918748B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F693A-84C1-4415-86FD-1C883F6EC1B6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F1B99-B4AA-4F69-90E7-4A672DBE6DF0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Main endpoint: POST /chat</a:t>
          </a:r>
        </a:p>
      </dsp:txBody>
      <dsp:txXfrm>
        <a:off x="1736122" y="1100"/>
        <a:ext cx="2172539" cy="921683"/>
      </dsp:txXfrm>
    </dsp:sp>
    <dsp:sp modelId="{C71C8A02-B2F3-4BF5-8D79-C459525AD42D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B3B8DA-3CE6-41CB-B8AB-9EB4B0520A9A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1038E-4E35-42CA-A466-D2ED87E3E500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Input: message + session_id</a:t>
          </a:r>
        </a:p>
      </dsp:txBody>
      <dsp:txXfrm>
        <a:off x="5406396" y="1100"/>
        <a:ext cx="2172539" cy="921683"/>
      </dsp:txXfrm>
    </dsp:sp>
    <dsp:sp modelId="{6D9E5A8C-184A-48C2-8E49-7814ECAB4DF8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23DDE-E9E2-4A22-8603-32CDF2F276E2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F87AC-6E62-405C-B110-0CF828E8A1EF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Maintains conversation history in memory</a:t>
          </a:r>
        </a:p>
      </dsp:txBody>
      <dsp:txXfrm>
        <a:off x="1736122" y="1635560"/>
        <a:ext cx="2172539" cy="921683"/>
      </dsp:txXfrm>
    </dsp:sp>
    <dsp:sp modelId="{E5581687-68E4-4D6D-A139-EB81FF3BD2BC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1AB92-1036-4C13-AB73-A859EBCC1669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B4B4B-1406-4B50-834D-99A686793466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Forwards prompt to GPT-4o mini with tool definitions</a:t>
          </a:r>
        </a:p>
      </dsp:txBody>
      <dsp:txXfrm>
        <a:off x="5406396" y="1635560"/>
        <a:ext cx="2172539" cy="921683"/>
      </dsp:txXfrm>
    </dsp:sp>
    <dsp:sp modelId="{AEF6CB77-6686-424E-9566-2E0D638FBCA3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65E418-80A3-49C3-B971-C932C2E05966}">
      <dsp:nvSpPr>
        <dsp:cNvPr id="0" name=""/>
        <dsp:cNvSpPr/>
      </dsp:nvSpPr>
      <dsp:spPr>
        <a:xfrm>
          <a:off x="810488" y="3497028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D0AB1-F7EB-4E32-96DB-7603EE7C52A9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GPT-4o mini decides whether to call tools or respond directly</a:t>
          </a:r>
        </a:p>
      </dsp:txBody>
      <dsp:txXfrm>
        <a:off x="1736122" y="3270020"/>
        <a:ext cx="2172539" cy="92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E5C39-C77D-74B7-82B3-FD7983353A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1154" r="1384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334" y="1908147"/>
            <a:ext cx="7406640" cy="32999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8800" dirty="0">
                <a:solidFill>
                  <a:srgbClr val="FFFFFF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MTA Navigator</a:t>
            </a:r>
            <a:br>
              <a:rPr lang="en-US" sz="8800" dirty="0">
                <a:solidFill>
                  <a:srgbClr val="FFFFFF"/>
                </a:solidFill>
                <a:latin typeface="Aldhabi" panose="01000000000000000000" pitchFamily="2" charset="-78"/>
                <a:cs typeface="Aldhabi" panose="01000000000000000000" pitchFamily="2" charset="-78"/>
              </a:rPr>
            </a:br>
            <a:endParaRPr lang="en-US" sz="8800" dirty="0">
              <a:solidFill>
                <a:srgbClr val="FFFFFF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ew of motion blurred underground railway">
            <a:extLst>
              <a:ext uri="{FF2B5EF4-FFF2-40B4-BE49-F238E27FC236}">
                <a16:creationId xmlns:a16="http://schemas.microsoft.com/office/drawing/2014/main" id="{B7A75CCA-BDE2-E402-FD94-279BE1FD31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17" r="1408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94000"/>
            <a:ext cx="3935505" cy="262057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/>
              <a:t>• Intelligent chatbot for NYC Subway system</a:t>
            </a:r>
          </a:p>
          <a:p>
            <a:pPr marL="0" indent="0">
              <a:buNone/>
            </a:pPr>
            <a:r>
              <a:rPr lang="en-US" sz="1700" dirty="0"/>
              <a:t>• Plans trips, provides real-time arrivals, reports service alerts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700" dirty="0"/>
              <a:t> Built using FastAPI, NetworkX, SQLite, and OpenAI GPT-4o mini</a:t>
            </a:r>
          </a:p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altLang="en-US" sz="1700" dirty="0"/>
              <a:t>General Transit Feed Specification is a standard format transit agencies use to share data. It </a:t>
            </a:r>
            <a:r>
              <a:rPr lang="en-US" sz="1700" dirty="0"/>
              <a:t>Integrates GTFS static and real-time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Client Layer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B834C8A-31A4-C8EF-A4A6-8D9B1BED9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3214126"/>
              </p:ext>
            </p:extLst>
          </p:nvPr>
        </p:nvGraphicFramePr>
        <p:xfrm>
          <a:off x="474064" y="2668672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API Layer (</a:t>
            </a:r>
            <a:r>
              <a:rPr lang="en-US" sz="3500" dirty="0" err="1">
                <a:solidFill>
                  <a:srgbClr val="FFFFFF"/>
                </a:solidFill>
              </a:rPr>
              <a:t>FastAPI</a:t>
            </a:r>
            <a:r>
              <a:rPr lang="en-US" sz="3500" dirty="0">
                <a:solidFill>
                  <a:srgbClr val="FFFFFF"/>
                </a:solidFill>
              </a:rPr>
              <a:t>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044D79-9665-802F-24E0-0E3908C66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0355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LLM Orchestration (Function Calling)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1028699" y="2118732"/>
            <a:ext cx="7293023" cy="39385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2000" dirty="0"/>
              <a:t>• Tools exposed to GPT-4</a:t>
            </a:r>
            <a:r>
              <a:rPr lang="en-US" sz="2000" dirty="0"/>
              <a:t>o mini</a:t>
            </a:r>
            <a:r>
              <a:rPr sz="2000" dirty="0"/>
              <a:t>:</a:t>
            </a:r>
          </a:p>
          <a:p>
            <a:pPr marL="0" indent="0">
              <a:buNone/>
            </a:pPr>
            <a:r>
              <a:rPr sz="2000" dirty="0"/>
              <a:t>  – </a:t>
            </a:r>
            <a:r>
              <a:rPr sz="2000" dirty="0" err="1"/>
              <a:t>plan_trip</a:t>
            </a:r>
            <a:endParaRPr sz="2000" dirty="0"/>
          </a:p>
          <a:p>
            <a:pPr marL="0" indent="0">
              <a:buNone/>
            </a:pPr>
            <a:r>
              <a:rPr sz="2000" dirty="0"/>
              <a:t>  – </a:t>
            </a:r>
            <a:r>
              <a:rPr sz="2000" dirty="0" err="1"/>
              <a:t>get_next_trains</a:t>
            </a:r>
            <a:endParaRPr sz="2000" dirty="0"/>
          </a:p>
          <a:p>
            <a:pPr marL="0" indent="0">
              <a:buNone/>
            </a:pPr>
            <a:r>
              <a:rPr sz="2000" dirty="0"/>
              <a:t>  – </a:t>
            </a:r>
            <a:r>
              <a:rPr sz="2000" dirty="0" err="1"/>
              <a:t>get_alerts</a:t>
            </a:r>
            <a:endParaRPr sz="2000" dirty="0"/>
          </a:p>
          <a:p>
            <a:pPr marL="0" indent="0">
              <a:buNone/>
            </a:pPr>
            <a:r>
              <a:rPr sz="2000" dirty="0"/>
              <a:t>• GPT-4</a:t>
            </a:r>
            <a:r>
              <a:rPr lang="en-US" sz="2000" dirty="0"/>
              <a:t>o mini</a:t>
            </a:r>
            <a:r>
              <a:rPr sz="2000" dirty="0"/>
              <a:t> selects tools based on intent</a:t>
            </a:r>
          </a:p>
          <a:p>
            <a:pPr marL="0" indent="0">
              <a:buNone/>
            </a:pPr>
            <a:r>
              <a:rPr sz="2000" dirty="0"/>
              <a:t>• Ensures </a:t>
            </a:r>
            <a:r>
              <a:rPr lang="en-US" sz="2000" dirty="0"/>
              <a:t>Probabilistic</a:t>
            </a:r>
            <a:r>
              <a:rPr sz="2000" dirty="0"/>
              <a:t>, structured responses</a:t>
            </a:r>
          </a:p>
          <a:p>
            <a:pPr marL="0" indent="0">
              <a:buNone/>
            </a:pPr>
            <a:r>
              <a:rPr sz="2000" dirty="0"/>
              <a:t>• Reduces hallucinations via </a:t>
            </a:r>
            <a:r>
              <a:rPr sz="2000" dirty="0" err="1"/>
              <a:t>StationService</a:t>
            </a:r>
            <a:r>
              <a:rPr sz="2000" dirty="0"/>
              <a:t> confidence scoring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002060"/>
                </a:solidFill>
              </a:rPr>
              <a:t>Service Layer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395875" cy="283793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100" dirty="0"/>
              <a:t>Key services include:</a:t>
            </a:r>
          </a:p>
          <a:p>
            <a:pPr marL="0" indent="0">
              <a:buNone/>
            </a:pPr>
            <a:r>
              <a:rPr lang="en-US" sz="2100" dirty="0"/>
              <a:t>• </a:t>
            </a:r>
            <a:r>
              <a:rPr lang="en-US" sz="2100" dirty="0" err="1"/>
              <a:t>StationService</a:t>
            </a:r>
            <a:r>
              <a:rPr lang="en-US" sz="2100" dirty="0"/>
              <a:t>: fuzzy matching for station names</a:t>
            </a:r>
          </a:p>
          <a:p>
            <a:pPr marL="0" indent="0">
              <a:buNone/>
            </a:pPr>
            <a:r>
              <a:rPr lang="en-US" sz="2100" dirty="0"/>
              <a:t>• </a:t>
            </a:r>
            <a:r>
              <a:rPr lang="en-US" sz="2100" dirty="0" err="1"/>
              <a:t>GraphBuilder</a:t>
            </a:r>
            <a:r>
              <a:rPr lang="en-US" sz="2100" dirty="0"/>
              <a:t>: constructs routing graph using  </a:t>
            </a:r>
            <a:r>
              <a:rPr lang="en-US" sz="2100" dirty="0" err="1"/>
              <a:t>NetworkX</a:t>
            </a:r>
            <a:endParaRPr lang="en-US" sz="2100" dirty="0"/>
          </a:p>
          <a:p>
            <a:pPr marL="0" indent="0">
              <a:buNone/>
            </a:pPr>
            <a:r>
              <a:rPr lang="en-US" sz="2100" dirty="0"/>
              <a:t>• Routing: shortest path via Dijkstra Algorithm</a:t>
            </a:r>
          </a:p>
          <a:p>
            <a:pPr marL="0" indent="0">
              <a:buNone/>
            </a:pPr>
            <a:r>
              <a:rPr lang="en-US" sz="2100" dirty="0"/>
              <a:t>• Real-time services supporting train arrivals &amp;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StationService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7514" y="1049999"/>
            <a:ext cx="4542742" cy="492915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• Loads all station names into memory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• Uses </a:t>
            </a:r>
            <a:r>
              <a:rPr lang="en-US" sz="2000" dirty="0" err="1">
                <a:solidFill>
                  <a:schemeClr val="tx2"/>
                </a:solidFill>
              </a:rPr>
              <a:t>fuzzywuzzy</a:t>
            </a:r>
            <a:r>
              <a:rPr lang="en-US" sz="2000" dirty="0">
                <a:solidFill>
                  <a:schemeClr val="tx2"/>
                </a:solidFill>
              </a:rPr>
              <a:t> for resolving user inputs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• Returns </a:t>
            </a:r>
            <a:r>
              <a:rPr lang="en-US" sz="2000" dirty="0" err="1">
                <a:solidFill>
                  <a:schemeClr val="tx2"/>
                </a:solidFill>
              </a:rPr>
              <a:t>station_id</a:t>
            </a:r>
            <a:r>
              <a:rPr lang="en-US" sz="2000" dirty="0">
                <a:solidFill>
                  <a:schemeClr val="tx2"/>
                </a:solidFill>
              </a:rPr>
              <a:t> + confidence score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• Handles ambiguous names by prompting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4FAD-EFEE-50ED-A2B9-3D722BC5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map of a train&#10;&#10;AI-generated content may be incorrect.">
            <a:extLst>
              <a:ext uri="{FF2B5EF4-FFF2-40B4-BE49-F238E27FC236}">
                <a16:creationId xmlns:a16="http://schemas.microsoft.com/office/drawing/2014/main" id="{873C5F56-D8B6-FDC4-4DF5-E60BEC5B9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17" y="104990"/>
            <a:ext cx="4461183" cy="3130911"/>
          </a:xfrm>
          <a:ln>
            <a:solidFill>
              <a:srgbClr val="92D05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7" name="Picture 6" descr="A map of a train express&#10;&#10;AI-generated content may be incorrect.">
            <a:extLst>
              <a:ext uri="{FF2B5EF4-FFF2-40B4-BE49-F238E27FC236}">
                <a16:creationId xmlns:a16="http://schemas.microsoft.com/office/drawing/2014/main" id="{C7EA315A-24B4-046A-6BC7-9A1CB01F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17601"/>
            <a:ext cx="4461183" cy="3118299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9" name="Picture 8" descr="A map of a subway station&#10;&#10;AI-generated content may be incorrect.">
            <a:extLst>
              <a:ext uri="{FF2B5EF4-FFF2-40B4-BE49-F238E27FC236}">
                <a16:creationId xmlns:a16="http://schemas.microsoft.com/office/drawing/2014/main" id="{259C8630-FEB0-2AD9-5E19-D4ABA097F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17" y="3235901"/>
            <a:ext cx="8922365" cy="3504497"/>
          </a:xfrm>
          <a:prstGeom prst="rect">
            <a:avLst/>
          </a:prstGeom>
          <a:ln>
            <a:solidFill>
              <a:srgbClr val="92D050"/>
            </a:solidFill>
          </a:ln>
        </p:spPr>
      </p:pic>
    </p:spTree>
    <p:extLst>
      <p:ext uri="{BB962C8B-B14F-4D97-AF65-F5344CB8AC3E}">
        <p14:creationId xmlns:p14="http://schemas.microsoft.com/office/powerpoint/2010/main" val="288090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28" y="417288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 dirty="0" err="1">
                <a:solidFill>
                  <a:srgbClr val="002060"/>
                </a:solidFill>
              </a:rPr>
              <a:t>GraphBuilder</a:t>
            </a:r>
            <a:r>
              <a:rPr lang="en-US" sz="3500" dirty="0">
                <a:solidFill>
                  <a:srgbClr val="002060"/>
                </a:solidFill>
              </a:rPr>
              <a:t>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179787"/>
            <a:ext cx="4000647" cy="376983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000" dirty="0"/>
              <a:t>• Builds directed weighted graph using GTFS</a:t>
            </a:r>
          </a:p>
          <a:p>
            <a:pPr marL="0" indent="0">
              <a:buNone/>
            </a:pPr>
            <a:r>
              <a:rPr lang="en-US" sz="2000" dirty="0"/>
              <a:t>• Node structure:</a:t>
            </a:r>
          </a:p>
          <a:p>
            <a:pPr marL="0" indent="0">
              <a:buNone/>
            </a:pPr>
            <a:r>
              <a:rPr lang="en-US" sz="2000" dirty="0"/>
              <a:t>  – Parent stations </a:t>
            </a:r>
          </a:p>
          <a:p>
            <a:pPr marL="0" indent="0">
              <a:buNone/>
            </a:pPr>
            <a:r>
              <a:rPr lang="en-US" sz="2000" dirty="0"/>
              <a:t>  – Child platforms </a:t>
            </a:r>
          </a:p>
          <a:p>
            <a:pPr marL="0" indent="0">
              <a:buNone/>
            </a:pPr>
            <a:r>
              <a:rPr lang="en-US" sz="2000" dirty="0"/>
              <a:t>• Edge types:</a:t>
            </a:r>
          </a:p>
          <a:p>
            <a:pPr marL="0" indent="0">
              <a:buNone/>
            </a:pPr>
            <a:r>
              <a:rPr lang="en-US" sz="2000" dirty="0"/>
              <a:t>  – TRACK: movement between stations</a:t>
            </a:r>
          </a:p>
          <a:p>
            <a:pPr marL="0" indent="0">
              <a:buNone/>
            </a:pPr>
            <a:r>
              <a:rPr lang="en-US" sz="2000" dirty="0"/>
              <a:t>  – TRANSFER: walking connections between lines</a:t>
            </a:r>
          </a:p>
          <a:p>
            <a:pPr marL="0" indent="0">
              <a:buNone/>
            </a:pPr>
            <a:r>
              <a:rPr lang="en-US" sz="2000" dirty="0"/>
              <a:t>  – STATION_PATH: links parent to children</a:t>
            </a:r>
          </a:p>
        </p:txBody>
      </p:sp>
      <p:pic>
        <p:nvPicPr>
          <p:cNvPr id="38" name="Picture 37" descr="Top view of cubes connected with black lines">
            <a:extLst>
              <a:ext uri="{FF2B5EF4-FFF2-40B4-BE49-F238E27FC236}">
                <a16:creationId xmlns:a16="http://schemas.microsoft.com/office/drawing/2014/main" id="{D017D876-B52F-82DC-1F0B-46D3129A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20" r="23197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a subway system&#10;&#10;AI-generated content may be incorrect.">
            <a:extLst>
              <a:ext uri="{FF2B5EF4-FFF2-40B4-BE49-F238E27FC236}">
                <a16:creationId xmlns:a16="http://schemas.microsoft.com/office/drawing/2014/main" id="{7FD41BC7-0116-5924-1F9E-A8286909D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574278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Routing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5482" y="804672"/>
            <a:ext cx="4349586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• Uses </a:t>
            </a:r>
            <a:r>
              <a:rPr lang="en-US" sz="2000" dirty="0" err="1">
                <a:solidFill>
                  <a:schemeClr val="tx2"/>
                </a:solidFill>
              </a:rPr>
              <a:t>NetworkX</a:t>
            </a:r>
            <a:r>
              <a:rPr lang="en-US" sz="2000" dirty="0">
                <a:solidFill>
                  <a:schemeClr val="tx2"/>
                </a:solidFill>
              </a:rPr>
              <a:t> Dijkstra algorithm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• Computes fastest path using weighted edges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• Outputs full itinerary including: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  – Line changes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  – Transfer times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  – Station-to-station sequence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Data Layer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Consists of static GTFS + real-time data:</a:t>
            </a:r>
          </a:p>
          <a:p>
            <a:pPr marL="0" indent="0">
              <a:buNone/>
            </a:pPr>
            <a:r>
              <a:rPr lang="en-US" sz="2000" dirty="0"/>
              <a:t>• SQLite DB storing stops, routes, trips, </a:t>
            </a:r>
            <a:r>
              <a:rPr lang="en-US" sz="2000" dirty="0" err="1"/>
              <a:t>stop_times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real-time buffers: </a:t>
            </a:r>
            <a:r>
              <a:rPr lang="en-US" sz="2000" dirty="0" err="1"/>
              <a:t>realtime_updates</a:t>
            </a:r>
            <a:r>
              <a:rPr lang="en-US" sz="2000" dirty="0"/>
              <a:t> &amp; </a:t>
            </a:r>
            <a:r>
              <a:rPr lang="en-US" sz="2000" dirty="0" err="1"/>
              <a:t>realtime_alerts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Ingestion scripts for static GTFS</a:t>
            </a:r>
          </a:p>
          <a:p>
            <a:pPr marL="0" indent="0">
              <a:buNone/>
            </a:pPr>
            <a:r>
              <a:rPr lang="en-US" sz="2000" dirty="0"/>
              <a:t>• Background worker for MTA real-time feed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002060"/>
                </a:solidFill>
              </a:rPr>
              <a:t>System 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1" y="2219323"/>
            <a:ext cx="4720301" cy="39147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system consists of the following layers:</a:t>
            </a:r>
          </a:p>
          <a:p>
            <a:pPr marL="0" indent="0">
              <a:buNone/>
            </a:pPr>
            <a:r>
              <a:rPr lang="en-US" sz="2000" dirty="0"/>
              <a:t>1. Client Layer: HTML/JS frontend</a:t>
            </a:r>
          </a:p>
          <a:p>
            <a:pPr marL="0" indent="0">
              <a:buNone/>
            </a:pPr>
            <a:r>
              <a:rPr lang="en-US" sz="2000" dirty="0"/>
              <a:t>2. API Layer: </a:t>
            </a:r>
            <a:r>
              <a:rPr lang="en-US" sz="2000" dirty="0" err="1"/>
              <a:t>FastAPI</a:t>
            </a:r>
            <a:r>
              <a:rPr lang="en-US" sz="2000" dirty="0"/>
              <a:t> backend handling chat requests</a:t>
            </a:r>
          </a:p>
          <a:p>
            <a:pPr marL="0" indent="0">
              <a:buNone/>
            </a:pPr>
            <a:r>
              <a:rPr lang="en-US" sz="2000" dirty="0"/>
              <a:t>3. LLM Orchestration: GPT-4o mini with function calling (tools)</a:t>
            </a:r>
          </a:p>
          <a:p>
            <a:pPr marL="0" indent="0">
              <a:buNone/>
            </a:pPr>
            <a:r>
              <a:rPr lang="en-US" sz="2000" dirty="0"/>
              <a:t>4. Service Layer: Station matching, graph routing, itinerary logic</a:t>
            </a:r>
          </a:p>
          <a:p>
            <a:pPr marL="0" indent="0">
              <a:buNone/>
            </a:pPr>
            <a:r>
              <a:rPr lang="en-US" sz="2000" dirty="0"/>
              <a:t>5. Data Layer: SQLite + ingestion + real-time buffers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43E29CB-C656-BD6D-B03D-D97C38C77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62" r="51692" b="-1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6049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9144000" cy="1519356"/>
            <a:chOff x="0" y="-29768"/>
            <a:chExt cx="12202174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D2E10EC-CCE9-1966-C6E2-339F172F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55" y="5494506"/>
            <a:ext cx="2713090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</a:rPr>
              <a:t>CHATBOT DEMO</a:t>
            </a:r>
          </a:p>
        </p:txBody>
      </p:sp>
      <p:pic>
        <p:nvPicPr>
          <p:cNvPr id="5" name="Picture 4" descr="A vintage robot">
            <a:extLst>
              <a:ext uri="{FF2B5EF4-FFF2-40B4-BE49-F238E27FC236}">
                <a16:creationId xmlns:a16="http://schemas.microsoft.com/office/drawing/2014/main" id="{8FA09682-5C60-35D3-6938-529DED665B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36"/>
          <a:stretch>
            <a:fillRect/>
          </a:stretch>
        </p:blipFill>
        <p:spPr>
          <a:xfrm>
            <a:off x="20" y="10"/>
            <a:ext cx="9143979" cy="5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83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72" y="2865141"/>
            <a:ext cx="5033221" cy="378822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Thank you!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169AEA12-515E-7C6C-9BE0-917128C7F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456</Words>
  <Application>Microsoft Macintosh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Aldhabi</vt:lpstr>
      <vt:lpstr>Arial</vt:lpstr>
      <vt:lpstr>Calibri</vt:lpstr>
      <vt:lpstr>Office Theme</vt:lpstr>
      <vt:lpstr>MTA Navigator </vt:lpstr>
      <vt:lpstr>Project Overview</vt:lpstr>
      <vt:lpstr>Client Layer</vt:lpstr>
      <vt:lpstr>API Layer (FastAPI)</vt:lpstr>
      <vt:lpstr>LLM Orchestration (Function Calling)</vt:lpstr>
      <vt:lpstr>Service Layer Overview</vt:lpstr>
      <vt:lpstr>StationService Details</vt:lpstr>
      <vt:lpstr>PowerPoint Presentation</vt:lpstr>
      <vt:lpstr>GraphBuilder Details</vt:lpstr>
      <vt:lpstr>PowerPoint Presentation</vt:lpstr>
      <vt:lpstr>Routing Logic</vt:lpstr>
      <vt:lpstr>Data Layer - Overview</vt:lpstr>
      <vt:lpstr>System Architecture </vt:lpstr>
      <vt:lpstr>CHATBOT DEMO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Mamatha Singh [student]</cp:lastModifiedBy>
  <cp:revision>9</cp:revision>
  <dcterms:created xsi:type="dcterms:W3CDTF">2013-01-27T09:14:16Z</dcterms:created>
  <dcterms:modified xsi:type="dcterms:W3CDTF">2025-12-19T07:07:54Z</dcterms:modified>
  <cp:category/>
</cp:coreProperties>
</file>